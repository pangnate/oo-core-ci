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273" autoAdjust="0"/>
  </p:normalViewPr>
  <p:slideViewPr>
    <p:cSldViewPr snapToGrid="0">
      <p:cViewPr varScale="1">
        <p:scale>
          <a:sx n="132" d="100"/>
          <a:sy n="132" d="100"/>
        </p:scale>
        <p:origin x="4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11/1/2013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7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7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9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8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7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  <a:p>
            <a:pPr algn="l" rtl="0" eaLnBrk="0" latinLnBrk="0"/>
            <a:r>
              <a:t>alignment fixture</a:t>
            </a:r>
          </a:p>
          <a:p>
            <a:pPr algn="l" rtl="0" eaLnBrk="0" latinLnBrk="1"/>
            <a:r>
              <a:t>alignment fixture</a:t>
            </a:r>
          </a:p>
          <a:p>
            <a:pPr algn="l" rtl="0" eaLnBrk="1" latinLnBrk="0"/>
            <a:r>
              <a:t>alignment fixture</a:t>
            </a:r>
          </a:p>
          <a:p>
            <a:pPr algn="l" rtl="0" eaLnBrk="1" latinLnBrk="1"/>
            <a:r>
              <a:t>alignment fixture</a:t>
            </a:r>
          </a:p>
          <a:p>
            <a:pPr algn="l" rtl="1" eaLnBrk="0" latinLnBrk="0"/>
            <a:r>
              <a:t>alignment fixture</a:t>
            </a:r>
          </a:p>
          <a:p>
            <a:pPr algn="l" rtl="1" eaLnBrk="0" latinLnBrk="1"/>
            <a:r>
              <a:t>alignment fixture</a:t>
            </a:r>
          </a:p>
          <a:p>
            <a:pPr algn="l" rtl="1" eaLnBrk="1" latinLnBrk="0"/>
            <a:r>
              <a:t>alignment fixture</a:t>
            </a:r>
          </a:p>
          <a:p>
            <a:pPr algn="l" rtl="1" eaLnBrk="1" latinLnBrk="1"/>
            <a:r>
              <a:t>alignment fixture</a:t>
            </a:r>
          </a:p>
          <a:p>
            <a:pPr algn="ctr" rtl="0" eaLnBrk="0" latinLnBrk="0"/>
            <a:r>
              <a:t>alignment fixture</a:t>
            </a:r>
          </a:p>
          <a:p>
            <a:pPr algn="ctr" rtl="0" eaLnBrk="0" latinLnBrk="1"/>
            <a:r>
              <a:t>alignment fixture</a:t>
            </a:r>
          </a:p>
          <a:p>
            <a:pPr algn="ctr" rtl="0" eaLnBrk="1" latinLnBrk="0"/>
            <a:r>
              <a:t>alignment fixture</a:t>
            </a:r>
          </a:p>
          <a:p>
            <a:pPr algn="ctr" rtl="0" eaLnBrk="1" latinLnBrk="1"/>
            <a:r>
              <a:t>alignment fixture</a:t>
            </a:r>
          </a:p>
          <a:p>
            <a:pPr algn="ctr" rtl="1" eaLnBrk="0" latinLnBrk="0"/>
            <a:r>
              <a:t>alignment fixture</a:t>
            </a:r>
          </a:p>
          <a:p>
            <a:pPr algn="ctr" rtl="1" eaLnBrk="0" latinLnBrk="1"/>
            <a:r>
              <a:t>alignment fixture</a:t>
            </a:r>
          </a:p>
          <a:p>
            <a:pPr algn="ctr" rtl="1" eaLnBrk="1" latinLnBrk="0"/>
            <a:r>
              <a:t>alignment fixture</a:t>
            </a:r>
          </a:p>
          <a:p>
            <a:pPr algn="ctr" rtl="1" eaLnBrk="1" latinLnBrk="1"/>
            <a:r>
              <a:t>alignment fixture</a:t>
            </a:r>
          </a:p>
          <a:p>
            <a:pPr algn="r" rtl="0" eaLnBrk="0" latinLnBrk="0"/>
            <a:r>
              <a:t>alignment fixture</a:t>
            </a:r>
          </a:p>
          <a:p>
            <a:pPr algn="r" rtl="0" eaLnBrk="0" latinLnBrk="1"/>
            <a:r>
              <a:t>alignment fixture</a:t>
            </a:r>
          </a:p>
          <a:p>
            <a:pPr algn="r" rtl="0" eaLnBrk="1" latinLnBrk="0"/>
            <a:r>
              <a:t>alignment fixture</a:t>
            </a:r>
          </a:p>
          <a:p>
            <a:pPr algn="r" rtl="0" eaLnBrk="1" latinLnBrk="1"/>
            <a:r>
              <a:t>alignment fixture</a:t>
            </a:r>
          </a:p>
          <a:p>
            <a:pPr algn="r" rtl="1" eaLnBrk="0" latinLnBrk="0"/>
            <a:r>
              <a:t>alignment fixture</a:t>
            </a:r>
          </a:p>
          <a:p>
            <a:pPr algn="r" rtl="1" eaLnBrk="0" latinLnBrk="1"/>
            <a:r>
              <a:t>alignment fixture</a:t>
            </a:r>
          </a:p>
          <a:p>
            <a:pPr algn="r" rtl="1" eaLnBrk="1" latinLnBrk="0"/>
            <a:r>
              <a:t>alignment fixture</a:t>
            </a:r>
          </a:p>
          <a:p>
            <a:pPr algn="r" rtl="1" eaLnBrk="1" latinLnBrk="1"/>
            <a:r>
              <a:t>alignment fixture</a:t>
            </a:r>
          </a:p>
          <a:p>
            <a:pPr algn="just" rtl="0" eaLnBrk="0" latinLnBrk="0"/>
            <a:r>
              <a:t>alignment fixture</a:t>
            </a:r>
          </a:p>
          <a:p>
            <a:pPr algn="just" rtl="0" eaLnBrk="0" latinLnBrk="1"/>
            <a:r>
              <a:t>alignment fixture</a:t>
            </a:r>
          </a:p>
          <a:p>
            <a:pPr algn="just" rtl="0" eaLnBrk="1" latinLnBrk="0"/>
            <a:r>
              <a:t>alignment fixture</a:t>
            </a:r>
          </a:p>
          <a:p>
            <a:pPr algn="just" rtl="0" eaLnBrk="1" latinLnBrk="1"/>
            <a:r>
              <a:t>alignment fixture</a:t>
            </a:r>
          </a:p>
          <a:p>
            <a:pPr algn="just" rtl="1" eaLnBrk="0" latinLnBrk="0"/>
            <a:r>
              <a:t>alignment fixture</a:t>
            </a:r>
          </a:p>
          <a:p>
            <a:pPr algn="just" rtl="1" eaLnBrk="0" latinLnBrk="1"/>
            <a:r>
              <a:t>alignment fixture</a:t>
            </a:r>
          </a:p>
          <a:p>
            <a:pPr algn="just" rtl="1" eaLnBrk="1" latinLnBrk="0"/>
            <a:r>
              <a:t>alignment fixture</a:t>
            </a:r>
          </a:p>
          <a:p>
            <a:pPr algn="just" rtl="1" eaLnBrk="1" latinLnBrk="1"/>
            <a:r>
              <a:t>alignment fixture</a:t>
            </a:r>
          </a:p>
          <a:p>
            <a:pPr algn="dist" rtl="0" eaLnBrk="0" latinLnBrk="0"/>
            <a:r>
              <a:t>alignment fixture</a:t>
            </a:r>
          </a:p>
          <a:p>
            <a:pPr algn="dist" rtl="0" eaLnBrk="0" latinLnBrk="1"/>
            <a:r>
              <a:t>alignment fixture</a:t>
            </a:r>
          </a:p>
          <a:p>
            <a:pPr algn="dist" rtl="0" eaLnBrk="1" latinLnBrk="0"/>
            <a:r>
              <a:t>alignment fixture</a:t>
            </a:r>
          </a:p>
          <a:p>
            <a:pPr algn="dist" rtl="0" eaLnBrk="1" latinLnBrk="1"/>
            <a:r>
              <a:t>alignment fixture</a:t>
            </a:r>
          </a:p>
          <a:p>
            <a:pPr algn="dist" rtl="1" eaLnBrk="0" latinLnBrk="0"/>
            <a:r>
              <a:t>alignment fixture</a:t>
            </a:r>
          </a:p>
          <a:p>
            <a:pPr algn="dist" rtl="1" eaLnBrk="0" latinLnBrk="1"/>
            <a:r>
              <a:t>alignment fixture</a:t>
            </a:r>
          </a:p>
          <a:p>
            <a:pPr algn="dist" rtl="1" eaLnBrk="1" latinLnBrk="0"/>
            <a:r>
              <a:t>alignment fixture</a:t>
            </a:r>
          </a:p>
          <a:p>
            <a:pPr algn="dist" rtl="1" eaLnBrk="1" latinLnBrk="1"/>
            <a:r>
              <a:t>alignment fixture</a:t>
            </a:r>
          </a:p>
          <a:p>
            <a:pPr algn="justLow" rtl="0" eaLnBrk="0" latinLnBrk="0"/>
            <a:r>
              <a:t>alignment fixture</a:t>
            </a:r>
          </a:p>
          <a:p>
            <a:pPr algn="justLow" rtl="0" eaLnBrk="0" latinLnBrk="1"/>
            <a:r>
              <a:t>alignment fixture</a:t>
            </a:r>
          </a:p>
          <a:p>
            <a:pPr algn="justLow" rtl="0" eaLnBrk="1" latinLnBrk="0"/>
            <a:r>
              <a:t>alignment fixture</a:t>
            </a:r>
          </a:p>
          <a:p>
            <a:pPr algn="justLow" rtl="0" eaLnBrk="1" latinLnBrk="1"/>
            <a:r>
              <a:t>alignment fixture</a:t>
            </a:r>
          </a:p>
          <a:p>
            <a:pPr algn="justLow" rtl="1" eaLnBrk="0" latinLnBrk="0"/>
            <a:r>
              <a:t>alignment fixture</a:t>
            </a:r>
          </a:p>
          <a:p>
            <a:pPr algn="justLow" rtl="1" eaLnBrk="0" latinLnBrk="1"/>
            <a:r>
              <a:t>alignment fixture</a:t>
            </a:r>
          </a:p>
          <a:p>
            <a:pPr algn="justLow" rtl="1" eaLnBrk="1" latinLnBrk="0"/>
            <a:r>
              <a:t>alignment fixture</a:t>
            </a:r>
          </a:p>
          <a:p>
            <a:pPr algn="justLow" rtl="1" eaLnBrk="1" latinLnBrk="1"/>
            <a:r>
              <a:t>alignment fixture</a:t>
            </a:r>
          </a:p>
          <a:p>
            <a:pPr algn="thaiDist" rtl="0" eaLnBrk="0" latinLnBrk="0"/>
            <a:r>
              <a:t>alignment fixture</a:t>
            </a:r>
          </a:p>
          <a:p>
            <a:pPr algn="thaiDist" rtl="0" eaLnBrk="0" latinLnBrk="1"/>
            <a:r>
              <a:t>alignment fixture</a:t>
            </a:r>
          </a:p>
          <a:p>
            <a:pPr algn="thaiDist" rtl="0" eaLnBrk="1" latinLnBrk="0"/>
            <a:r>
              <a:t>alignment fixture</a:t>
            </a:r>
          </a:p>
          <a:p>
            <a:pPr algn="thaiDist" rtl="0" eaLnBrk="1" latinLnBrk="1"/>
            <a:r>
              <a:t>alignment fixture</a:t>
            </a:r>
          </a:p>
          <a:p>
            <a:pPr algn="thaiDist" rtl="1" eaLnBrk="0" latinLnBrk="0"/>
            <a:r>
              <a:t>alignment fixture</a:t>
            </a:r>
          </a:p>
          <a:p>
            <a:pPr algn="thaiDist" rtl="1" eaLnBrk="0" latinLnBrk="1"/>
            <a:r>
              <a:t>alignment fixture</a:t>
            </a:r>
          </a:p>
          <a:p>
            <a:pPr algn="thaiDist" rtl="1" eaLnBrk="1" latinLnBrk="0"/>
            <a:r>
              <a:t>alignment fixture</a:t>
            </a:r>
          </a:p>
          <a:p>
            <a:pPr algn="thaiDist" rtl="1" eaLnBrk="1" latinLnBrk="1"/>
            <a:r>
              <a:t>alignment fixture</a:t>
            </a:r>
          </a:p>
          <a:p>
            <a:pPr>
              <a:lnSpc>
                <a:pct val="75000"/>
              </a:lnSpc>
            </a:pPr>
            <a:r>
              <a:t>line-spacing-pct</a:t>
            </a:r>
          </a:p>
          <a:p>
            <a:pPr>
              <a:lnSpc>
                <a:pts val="1800"/>
              </a:lnSpc>
            </a:pPr>
            <a:r>
              <a:t>line-spacing-pts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Direction horz"/>
          <p:cNvSpPr>
            <a:spLocks noGrp="1"/>
          </p:cNvSpPr>
          <p:nvPr>
            <p:ph type="subTitle" idx="1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3" name="Direction vert"/>
          <p:cNvSpPr>
            <a:spLocks noGrp="1"/>
          </p:cNvSpPr>
          <p:nvPr>
            <p:ph type="subTitle" idx="1"/>
          </p:nvPr>
        </p:nvSpPr>
        <p:spPr/>
        <p:txBody>
          <a:bodyPr vert="vert"/>
          <a:lstStyle/>
          <a:p>
            <a:endParaRPr lang="en-US" dirty="0"/>
          </a:p>
        </p:txBody>
      </p:sp>
      <p:sp>
        <p:nvSpPr>
          <p:cNvPr id="14" name="Direction vert270"/>
          <p:cNvSpPr>
            <a:spLocks noGrp="1"/>
          </p:cNvSpPr>
          <p:nvPr>
            <p:ph type="subTitle" idx="1"/>
          </p:nvPr>
        </p:nvSpPr>
        <p:spPr/>
        <p:txBody>
          <a:bodyPr vert="vert270"/>
          <a:lstStyle/>
          <a:p>
            <a:endParaRPr lang="en-US" dirty="0"/>
          </a:p>
        </p:txBody>
      </p:sp>
      <p:sp>
        <p:nvSpPr>
          <p:cNvPr id="15" name="Direction eaVert"/>
          <p:cNvSpPr>
            <a:spLocks noGrp="1"/>
          </p:cNvSpPr>
          <p:nvPr>
            <p:ph type="subTitle" idx="1"/>
          </p:nvPr>
        </p:nvSpPr>
        <p:spPr/>
        <p:txBody>
          <a:bodyPr vert="eaVert"/>
          <a:lstStyle/>
          <a:p>
            <a:endParaRPr lang="en-US" dirty="0"/>
          </a:p>
        </p:txBody>
      </p:sp>
    </p:spTree>
    <p:extLst>
      <p:ext uri="{BB962C8B-B14F-4D97-AF65-F5344CB8AC3E}">
        <ns2:creationId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Teamlab Office Presentation</dc:title>
  <dc:creator>User</dc:creator>
  <cp:lastModifiedBy>Oleg Korshul</cp:lastModifiedBy>
  <cp:revision>6</cp:revision>
  <dcterms:created xsi:type="dcterms:W3CDTF">2012-12-03T06:56:55Z</dcterms:created>
  <dcterms:modified xsi:type="dcterms:W3CDTF">2013-11-01T12:30:58Z</dcterms:modified>
</cp:coreProperties>
</file>